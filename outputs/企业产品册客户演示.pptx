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8fe90fdea44d1c" /><Relationship Type="http://schemas.openxmlformats.org/officeDocument/2006/relationships/extended-properties" Target="/docProps/app.xml" Id="R184d38e3e4244d86" /><Relationship Type="http://schemas.openxmlformats.org/officeDocument/2006/relationships/officeDocument" Target="/ppt/presentation.xml" Id="R0e7ece7219a4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5767a33c0e4359"/>
  </p:sldMasterIdLst>
  <p:notesMasterIdLst>
    <p:notesMasterId xmlns:r="http://schemas.openxmlformats.org/officeDocument/2006/relationships" r:id="Rb4e692c3b0174a1b"/>
  </p:notesMasterIdLst>
  <p:sldIdLst>
    <p:sldId xmlns:r="http://schemas.openxmlformats.org/officeDocument/2006/relationships" id="256" r:id="R6dfffe2fb47040a7"/>
    <p:sldId xmlns:r="http://schemas.openxmlformats.org/officeDocument/2006/relationships" id="257" r:id="R506317cafd24410d"/>
    <p:sldId xmlns:r="http://schemas.openxmlformats.org/officeDocument/2006/relationships" id="258" r:id="R51ba224d245541cc"/>
    <p:sldId xmlns:r="http://schemas.openxmlformats.org/officeDocument/2006/relationships" id="259" r:id="Rc4930fa4521841f1"/>
    <p:sldId xmlns:r="http://schemas.openxmlformats.org/officeDocument/2006/relationships" id="260" r:id="R16d02d261c3343b6"/>
    <p:sldId xmlns:r="http://schemas.openxmlformats.org/officeDocument/2006/relationships" id="261" r:id="R7069703201784d7f"/>
    <p:sldId xmlns:r="http://schemas.openxmlformats.org/officeDocument/2006/relationships" id="262" r:id="R74d98eb7a6d249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c46ba47c564714" /><Relationship Type="http://schemas.openxmlformats.org/officeDocument/2006/relationships/slideMaster" Target="/ppt/slideMasters/slideMaster1.xml" Id="R525767a33c0e4359" /><Relationship Type="http://schemas.openxmlformats.org/officeDocument/2006/relationships/notesMaster" Target="/ppt/notesMasters/notesMaster1.xml" Id="Rb4e692c3b0174a1b" /><Relationship Type="http://schemas.openxmlformats.org/officeDocument/2006/relationships/presProps" Target="/ppt/presProps.xml" Id="R15e39c8e9a734f0d" /><Relationship Type="http://schemas.openxmlformats.org/officeDocument/2006/relationships/tableStyles" Target="/ppt/tableStyles.xml" Id="Rd77af7039d0d467f" /><Relationship Type="http://schemas.openxmlformats.org/officeDocument/2006/relationships/slide" Target="/ppt/slides/slide1.xml" Id="R6dfffe2fb47040a7" /><Relationship Type="http://schemas.openxmlformats.org/officeDocument/2006/relationships/slide" Target="/ppt/slides/slide2.xml" Id="R506317cafd24410d" /><Relationship Type="http://schemas.openxmlformats.org/officeDocument/2006/relationships/slide" Target="/ppt/slides/slide3.xml" Id="R51ba224d245541cc" /><Relationship Type="http://schemas.openxmlformats.org/officeDocument/2006/relationships/slide" Target="/ppt/slides/slide4.xml" Id="Rc4930fa4521841f1" /><Relationship Type="http://schemas.openxmlformats.org/officeDocument/2006/relationships/slide" Target="/ppt/slides/slide5.xml" Id="R16d02d261c3343b6" /><Relationship Type="http://schemas.openxmlformats.org/officeDocument/2006/relationships/slide" Target="/ppt/slides/slide6.xml" Id="R7069703201784d7f" /><Relationship Type="http://schemas.openxmlformats.org/officeDocument/2006/relationships/slide" Target="/ppt/slides/slide7.xml" Id="R74d98eb7a6d2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4c6386926343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19f60f32e4e90" /><Relationship Type="http://schemas.openxmlformats.org/officeDocument/2006/relationships/notesMaster" Target="/ppt/notesMasters/notesMaster1.xml" Id="R9599c28723e943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4da59b771a4ee0" /><Relationship Type="http://schemas.openxmlformats.org/officeDocument/2006/relationships/notesMaster" Target="/ppt/notesMasters/notesMaster1.xml" Id="Reb6f9f8648ef42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c45600016a40e0" /><Relationship Type="http://schemas.openxmlformats.org/officeDocument/2006/relationships/notesMaster" Target="/ppt/notesMasters/notesMaster1.xml" Id="R4a80d19ac55b47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685412815240d8" /><Relationship Type="http://schemas.openxmlformats.org/officeDocument/2006/relationships/notesMaster" Target="/ppt/notesMasters/notesMaster1.xml" Id="Rd3362d295c154e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dddb72a9da44c2" /><Relationship Type="http://schemas.openxmlformats.org/officeDocument/2006/relationships/notesMaster" Target="/ppt/notesMasters/notesMaster1.xml" Id="R393a59a5360f49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c8b62072934384" /><Relationship Type="http://schemas.openxmlformats.org/officeDocument/2006/relationships/notesMaster" Target="/ppt/notesMasters/notesMaster1.xml" Id="R0a5e3cd331b944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343bbd492e40cd" /><Relationship Type="http://schemas.openxmlformats.org/officeDocument/2006/relationships/notesMaster" Target="/ppt/notesMasters/notesMaster1.xml" Id="R156717f655d54c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ab3d7b371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4794d3d9cb4e76" /><Relationship Type="http://schemas.openxmlformats.org/officeDocument/2006/relationships/slideLayout" Target="/ppt/slideLayouts/slideLayout1.xml" Id="Rfc7b46b163d345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7b46b163d345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a070b03a84f7f" /><Relationship Type="http://schemas.openxmlformats.org/officeDocument/2006/relationships/notesSlide" Target="/ppt/notesSlides/notesSlide1.xml" Id="Rd8117c507af1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cb36dca814f29" /><Relationship Type="http://schemas.openxmlformats.org/officeDocument/2006/relationships/image" Target="/ppt/media/image.png" Id="R29616b3fae894726" /><Relationship Type="http://schemas.openxmlformats.org/officeDocument/2006/relationships/image" Target="/ppt/media/image2.png" Id="R0ac9a938f4cb4025" /><Relationship Type="http://schemas.openxmlformats.org/officeDocument/2006/relationships/image" Target="/ppt/media/image3.png" Id="Ra258f97430834c28" /><Relationship Type="http://schemas.openxmlformats.org/officeDocument/2006/relationships/notesSlide" Target="/ppt/notesSlides/notesSlide2.xml" Id="R747bbc18eeb24a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640708ca648ca" /><Relationship Type="http://schemas.openxmlformats.org/officeDocument/2006/relationships/notesSlide" Target="/ppt/notesSlides/notesSlide3.xml" Id="R8928f29aff6046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0c6ef4c9c49ba" /><Relationship Type="http://schemas.openxmlformats.org/officeDocument/2006/relationships/notesSlide" Target="/ppt/notesSlides/notesSlide4.xml" Id="R0ce0c539c23541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d358371ce4443" /><Relationship Type="http://schemas.openxmlformats.org/officeDocument/2006/relationships/notesSlide" Target="/ppt/notesSlides/notesSlide5.xml" Id="Rd99fed1f394c4a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725dc37fe4216" /><Relationship Type="http://schemas.openxmlformats.org/officeDocument/2006/relationships/notesSlide" Target="/ppt/notesSlides/notesSlide6.xml" Id="R2e5d80f96dae40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3815a9f9748f7" /><Relationship Type="http://schemas.openxmlformats.org/officeDocument/2006/relationships/notesSlide" Target="/ppt/notesSlides/notesSlide7.xml" Id="R2de1b542e72343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3D2404A-F3F3-4BE8-8C4B-B54AF5E7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华悟样品厂 · 产品图册演示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F2D648-0CEC-4C32-9562-3DBDA560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810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把企业产品，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变成随时可分享的线上产品册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5751876-1667-4196-999D-70A72A92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面向企业客户的演示资料｜手机浏览 · 分类检索 · 图片展示 · 一键联系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01531-D14B-4046-A512-9B9E1018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39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2765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8D9313E-0B84-4131-A49B-E531D6C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客户打开一条链接，就能看到完整、清晰的产品册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959010F-EF5E-4503-8EBB-70DD11D6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演示数据覆盖五金、包装与陶瓷三类产品，适合现场展示检索、分类和产品详情。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16b3fae894726"/>
          <a:srcRect xmlns:a="http://schemas.openxmlformats.org/drawingml/2006/main" l="0" t="46" r="0" b="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809750"/>
            <a:ext cx="3581400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CF5685BB-5110-47D1-8898-C0BFF5E9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五金配件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9a938f4cb4025"/>
          <a:srcRect xmlns:a="http://schemas.openxmlformats.org/drawingml/2006/main" l="0" t="46" r="0" b="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1809750"/>
            <a:ext cx="358140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5EE96453-2574-46DE-8004-8AF21338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包装材料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8f97430834c28"/>
          <a:srcRect xmlns:a="http://schemas.openxmlformats.org/drawingml/2006/main" l="0" t="46" r="0" b="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1809750"/>
            <a:ext cx="3581400" cy="2571750"/>
          </a:xfrm>
          <a:prstGeom xmlns:a="http://schemas.openxmlformats.org/drawingml/2006/main" prst="rect">
            <a:avLst/>
          </a:prstGeom>
        </p:spPr>
      </p:pic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9A6FDD40-CC1A-42BF-83BF-6BE5AD8D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陶瓷样品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97001BF9-EC0A-4795-AF1D-F6D55EAD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真实业务重点不是“做一张海报”，而是让产品持续可查、可更新、可分享。</a:t>
            </a:r>
          </a:p>
        </p:txBody>
      </p:sp>
      <p:sp>
        <p:nvSpPr>
          <p:cNvPr id="10" name="footer-2">
            <a:extLst xmlns:a="http://schemas.openxmlformats.org/drawingml/2006/main">
              <a:ext uri="{FF2B5EF4-FFF2-40B4-BE49-F238E27FC236}">
                <a16:creationId xmlns:a16="http://schemas.microsoft.com/office/drawing/2014/main" id="{347DD766-AB3D-4B0A-9D5E-B010A08B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5513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1FC1938-DD0E-4F85-AA52-539D526D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三类产品，足以演示不同企业的常见展示需求</a:t>
            </a:r>
          </a:p>
        </p:txBody>
      </p:sp>
      <p:sp>
        <p:nvSpPr>
          <p:cNvPr id="2" name="num-0">
            <a:extLst xmlns:a="http://schemas.openxmlformats.org/drawingml/2006/main">
              <a:ext uri="{FF2B5EF4-FFF2-40B4-BE49-F238E27FC236}">
                <a16:creationId xmlns:a16="http://schemas.microsoft.com/office/drawing/2014/main" id="{8ED43984-BFBA-4B1B-92EA-3F079075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head-0">
            <a:extLst xmlns:a="http://schemas.openxmlformats.org/drawingml/2006/main">
              <a:ext uri="{FF2B5EF4-FFF2-40B4-BE49-F238E27FC236}">
                <a16:creationId xmlns:a16="http://schemas.microsoft.com/office/drawing/2014/main" id="{BECEE960-393E-44FC-A48D-6A2F74A1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五金配件</a:t>
            </a:r>
          </a:p>
        </p:txBody>
      </p:sp>
      <p:sp>
        <p:nvSpPr>
          <p:cNvPr id="4" name="prod-0">
            <a:extLst xmlns:a="http://schemas.openxmlformats.org/drawingml/2006/main">
              <a:ext uri="{FF2B5EF4-FFF2-40B4-BE49-F238E27FC236}">
                <a16:creationId xmlns:a16="http://schemas.microsoft.com/office/drawing/2014/main" id="{754629AF-85B4-4F87-AF56-B77A5B5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连接件、调节脚、铝合金把手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EF526-762C-407A-9D92-9F8F14BE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value-0">
            <a:extLst xmlns:a="http://schemas.openxmlformats.org/drawingml/2006/main">
              <a:ext uri="{FF2B5EF4-FFF2-40B4-BE49-F238E27FC236}">
                <a16:creationId xmlns:a16="http://schemas.microsoft.com/office/drawing/2014/main" id="{81D21172-6B19-4A21-8143-6505C82C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规格明确、型号检索、单价直观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BAA75CA9-8A52-4B4C-9BE3-5BF6BDB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859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head-1">
            <a:extLst xmlns:a="http://schemas.openxmlformats.org/drawingml/2006/main">
              <a:ext uri="{FF2B5EF4-FFF2-40B4-BE49-F238E27FC236}">
                <a16:creationId xmlns:a16="http://schemas.microsoft.com/office/drawing/2014/main" id="{F9BECD75-D9AD-482D-8BFE-B13B0094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86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包装材料</a:t>
            </a:r>
          </a:p>
        </p:txBody>
      </p:sp>
      <p:sp>
        <p:nvSpPr>
          <p:cNvPr id="9" name="prod-1">
            <a:extLst xmlns:a="http://schemas.openxmlformats.org/drawingml/2006/main">
              <a:ext uri="{FF2B5EF4-FFF2-40B4-BE49-F238E27FC236}">
                <a16:creationId xmlns:a16="http://schemas.microsoft.com/office/drawing/2014/main" id="{445169C3-80D1-4AB0-821D-F149ED92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718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吸塑托盘、天地盖、珍珠棉内衬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335D9-7698-4BC0-9AD9-809145DC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76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value-1">
            <a:extLst xmlns:a="http://schemas.openxmlformats.org/drawingml/2006/main">
              <a:ext uri="{FF2B5EF4-FFF2-40B4-BE49-F238E27FC236}">
                <a16:creationId xmlns:a16="http://schemas.microsoft.com/office/drawing/2014/main" id="{9976EAEC-7816-4AAF-94E7-F9669862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62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支持定制说明与待议价格</a:t>
            </a:r>
          </a:p>
        </p:txBody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93028C92-D2BD-445F-A23B-59CE3A90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head-2">
            <a:extLst xmlns:a="http://schemas.openxmlformats.org/drawingml/2006/main">
              <a:ext uri="{FF2B5EF4-FFF2-40B4-BE49-F238E27FC236}">
                <a16:creationId xmlns:a16="http://schemas.microsoft.com/office/drawing/2014/main" id="{F368C8CD-2D5B-4D56-BA35-F9635126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陶瓷样品</a:t>
            </a:r>
          </a:p>
        </p:txBody>
      </p:sp>
      <p:sp>
        <p:nvSpPr>
          <p:cNvPr id="14" name="prod-2">
            <a:extLst xmlns:a="http://schemas.openxmlformats.org/drawingml/2006/main">
              <a:ext uri="{FF2B5EF4-FFF2-40B4-BE49-F238E27FC236}">
                <a16:creationId xmlns:a16="http://schemas.microsoft.com/office/drawing/2014/main" id="{E960BC6F-69DC-4094-B838-B8CF8B0C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哑光白瓷片、釉面圆形杯垫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55B5F-5E55-4AD8-9738-D7B12C1F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value-2">
            <a:extLst xmlns:a="http://schemas.openxmlformats.org/drawingml/2006/main">
              <a:ext uri="{FF2B5EF4-FFF2-40B4-BE49-F238E27FC236}">
                <a16:creationId xmlns:a16="http://schemas.microsoft.com/office/drawing/2014/main" id="{B10B3FF7-21F5-4CA4-A505-51062FD9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突出材质、尺寸和图案定制</a:t>
            </a:r>
          </a:p>
        </p:txBody>
      </p:sp>
      <p:sp>
        <p:nvSpPr>
          <p:cNvPr id="17" name="footer-3">
            <a:extLst xmlns:a="http://schemas.openxmlformats.org/drawingml/2006/main">
              <a:ext uri="{FF2B5EF4-FFF2-40B4-BE49-F238E27FC236}">
                <a16:creationId xmlns:a16="http://schemas.microsoft.com/office/drawing/2014/main" id="{BBAC1AAC-61EC-4393-BD6D-93DA12A5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3321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8A937D1-4BC0-4A6F-A5A0-1972DD0C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 个 demo 产品让演示既丰富，又不会显得杂乱</a:t>
            </a:r>
          </a:p>
        </p:txBody>
      </p:sp>
      <p:sp>
        <p:nvSpPr>
          <p:cNvPr id="2" name="code-0">
            <a:extLst xmlns:a="http://schemas.openxmlformats.org/drawingml/2006/main">
              <a:ext uri="{FF2B5EF4-FFF2-40B4-BE49-F238E27FC236}">
                <a16:creationId xmlns:a16="http://schemas.microsoft.com/office/drawing/2014/main" id="{7B437A51-291B-4A4A-92B1-E484BEE0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HW-001</a:t>
            </a:r>
          </a:p>
        </p:txBody>
      </p:sp>
      <p:sp>
        <p:nvSpPr>
          <p:cNvPr id="3" name="name-0">
            <a:extLst xmlns:a="http://schemas.openxmlformats.org/drawingml/2006/main">
              <a:ext uri="{FF2B5EF4-FFF2-40B4-BE49-F238E27FC236}">
                <a16:creationId xmlns:a16="http://schemas.microsoft.com/office/drawing/2014/main" id="{310C8BEE-226D-4FFB-B961-B296DD87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不锈钢连接件</a:t>
            </a:r>
          </a:p>
        </p:txBody>
      </p:sp>
      <p:sp>
        <p:nvSpPr>
          <p:cNvPr id="4" name="spec-0">
            <a:extLst xmlns:a="http://schemas.openxmlformats.org/drawingml/2006/main">
              <a:ext uri="{FF2B5EF4-FFF2-40B4-BE49-F238E27FC236}">
                <a16:creationId xmlns:a16="http://schemas.microsoft.com/office/drawing/2014/main" id="{F0E96BF9-C0D2-4141-B6AC-1B6807B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65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304 / 28mm</a:t>
            </a:r>
          </a:p>
        </p:txBody>
      </p:sp>
      <p:sp>
        <p:nvSpPr>
          <p:cNvPr id="5" name="price-0">
            <a:extLst xmlns:a="http://schemas.openxmlformats.org/drawingml/2006/main">
              <a:ext uri="{FF2B5EF4-FFF2-40B4-BE49-F238E27FC236}">
                <a16:creationId xmlns:a16="http://schemas.microsoft.com/office/drawing/2014/main" id="{C0F110DB-4884-4F65-955E-D8F511C8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¥3.80</a:t>
            </a:r>
          </a:p>
        </p:txBody>
      </p:sp>
      <p:sp>
        <p:nvSpPr>
          <p:cNvPr id="6" name="code-1">
            <a:extLst xmlns:a="http://schemas.openxmlformats.org/drawingml/2006/main">
              <a:ext uri="{FF2B5EF4-FFF2-40B4-BE49-F238E27FC236}">
                <a16:creationId xmlns:a16="http://schemas.microsoft.com/office/drawing/2014/main" id="{7F37B49F-3D5B-4CE0-A6FB-A33A2590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HW-002</a:t>
            </a:r>
          </a:p>
        </p:txBody>
      </p:sp>
      <p:sp>
        <p:nvSpPr>
          <p:cNvPr id="7" name="name-1">
            <a:extLst xmlns:a="http://schemas.openxmlformats.org/drawingml/2006/main">
              <a:ext uri="{FF2B5EF4-FFF2-40B4-BE49-F238E27FC236}">
                <a16:creationId xmlns:a16="http://schemas.microsoft.com/office/drawing/2014/main" id="{8A993B16-C701-4B7B-9C60-67ADE18D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黑色调节脚</a:t>
            </a:r>
          </a:p>
        </p:txBody>
      </p:sp>
      <p:sp>
        <p:nvSpPr>
          <p:cNvPr id="8" name="spec-1">
            <a:extLst xmlns:a="http://schemas.openxmlformats.org/drawingml/2006/main">
              <a:ext uri="{FF2B5EF4-FFF2-40B4-BE49-F238E27FC236}">
                <a16:creationId xmlns:a16="http://schemas.microsoft.com/office/drawing/2014/main" id="{DBF2509A-CD31-4C47-8AC8-507508B7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765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M8 / 35mm</a:t>
            </a:r>
          </a:p>
        </p:txBody>
      </p:sp>
      <p:sp>
        <p:nvSpPr>
          <p:cNvPr id="9" name="price-1">
            <a:extLst xmlns:a="http://schemas.openxmlformats.org/drawingml/2006/main">
              <a:ext uri="{FF2B5EF4-FFF2-40B4-BE49-F238E27FC236}">
                <a16:creationId xmlns:a16="http://schemas.microsoft.com/office/drawing/2014/main" id="{17126C46-E763-44D0-B92B-B164373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¥1.60</a:t>
            </a:r>
          </a:p>
        </p:txBody>
      </p:sp>
      <p:sp>
        <p:nvSpPr>
          <p:cNvPr id="10" name="code-2">
            <a:extLst xmlns:a="http://schemas.openxmlformats.org/drawingml/2006/main">
              <a:ext uri="{FF2B5EF4-FFF2-40B4-BE49-F238E27FC236}">
                <a16:creationId xmlns:a16="http://schemas.microsoft.com/office/drawing/2014/main" id="{96AF8574-0EE4-4484-9331-8AC366A7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BZ-001</a:t>
            </a:r>
          </a:p>
        </p:txBody>
      </p:sp>
      <p:sp>
        <p:nvSpPr>
          <p:cNvPr id="11" name="name-2">
            <a:extLst xmlns:a="http://schemas.openxmlformats.org/drawingml/2006/main">
              <a:ext uri="{FF2B5EF4-FFF2-40B4-BE49-F238E27FC236}">
                <a16:creationId xmlns:a16="http://schemas.microsoft.com/office/drawing/2014/main" id="{2BF9F6FF-48D0-44FD-B8A0-6AD25A43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透明吸塑托盘</a:t>
            </a:r>
          </a:p>
        </p:txBody>
      </p:sp>
      <p:sp>
        <p:nvSpPr>
          <p:cNvPr id="12" name="spec-2">
            <a:extLst xmlns:a="http://schemas.openxmlformats.org/drawingml/2006/main">
              <a:ext uri="{FF2B5EF4-FFF2-40B4-BE49-F238E27FC236}">
                <a16:creationId xmlns:a16="http://schemas.microsoft.com/office/drawing/2014/main" id="{2F22E692-C6B4-4B8B-AD73-D42A0159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12 格 / 0.6mm</a:t>
            </a:r>
          </a:p>
        </p:txBody>
      </p:sp>
      <p:sp>
        <p:nvSpPr>
          <p:cNvPr id="13" name="price-2">
            <a:extLst xmlns:a="http://schemas.openxmlformats.org/drawingml/2006/main">
              <a:ext uri="{FF2B5EF4-FFF2-40B4-BE49-F238E27FC236}">
                <a16:creationId xmlns:a16="http://schemas.microsoft.com/office/drawing/2014/main" id="{3A157A84-A8A4-4D4F-9EBE-AD4CDC45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¥0.42</a:t>
            </a:r>
          </a:p>
        </p:txBody>
      </p:sp>
      <p:sp>
        <p:nvSpPr>
          <p:cNvPr id="14" name="code-3">
            <a:extLst xmlns:a="http://schemas.openxmlformats.org/drawingml/2006/main">
              <a:ext uri="{FF2B5EF4-FFF2-40B4-BE49-F238E27FC236}">
                <a16:creationId xmlns:a16="http://schemas.microsoft.com/office/drawing/2014/main" id="{8D2D29AD-E9EC-44C9-9CFB-7B0D3F2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BZ-002</a:t>
            </a:r>
          </a:p>
        </p:txBody>
      </p:sp>
      <p:sp>
        <p:nvSpPr>
          <p:cNvPr id="15" name="name-3">
            <a:extLst xmlns:a="http://schemas.openxmlformats.org/drawingml/2006/main">
              <a:ext uri="{FF2B5EF4-FFF2-40B4-BE49-F238E27FC236}">
                <a16:creationId xmlns:a16="http://schemas.microsoft.com/office/drawing/2014/main" id="{EC25524A-2346-4822-A9DF-6AA6445C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牛皮纸天地盖</a:t>
            </a:r>
          </a:p>
        </p:txBody>
      </p:sp>
      <p:sp>
        <p:nvSpPr>
          <p:cNvPr id="16" name="spec-3">
            <a:extLst xmlns:a="http://schemas.openxmlformats.org/drawingml/2006/main">
              <a:ext uri="{FF2B5EF4-FFF2-40B4-BE49-F238E27FC236}">
                <a16:creationId xmlns:a16="http://schemas.microsoft.com/office/drawing/2014/main" id="{CA6F955F-C44E-45F1-8697-23A6C0F1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765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160×90×35mm</a:t>
            </a:r>
          </a:p>
        </p:txBody>
      </p:sp>
      <p:sp>
        <p:nvSpPr>
          <p:cNvPr id="17" name="price-3">
            <a:extLst xmlns:a="http://schemas.openxmlformats.org/drawingml/2006/main">
              <a:ext uri="{FF2B5EF4-FFF2-40B4-BE49-F238E27FC236}">
                <a16:creationId xmlns:a16="http://schemas.microsoft.com/office/drawing/2014/main" id="{06EEEAB0-2B46-4EED-BB92-62611780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待议</a:t>
            </a:r>
          </a:p>
        </p:txBody>
      </p:sp>
      <p:sp>
        <p:nvSpPr>
          <p:cNvPr id="18" name="code-4">
            <a:extLst xmlns:a="http://schemas.openxmlformats.org/drawingml/2006/main">
              <a:ext uri="{FF2B5EF4-FFF2-40B4-BE49-F238E27FC236}">
                <a16:creationId xmlns:a16="http://schemas.microsoft.com/office/drawing/2014/main" id="{794EC5AE-4009-4265-A69A-5B71C97E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TC-001</a:t>
            </a:r>
          </a:p>
        </p:txBody>
      </p:sp>
      <p:sp>
        <p:nvSpPr>
          <p:cNvPr id="19" name="name-4">
            <a:extLst xmlns:a="http://schemas.openxmlformats.org/drawingml/2006/main">
              <a:ext uri="{FF2B5EF4-FFF2-40B4-BE49-F238E27FC236}">
                <a16:creationId xmlns:a16="http://schemas.microsoft.com/office/drawing/2014/main" id="{6279BFFA-A017-42E5-A44C-4B764F5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哑光白瓷片</a:t>
            </a:r>
          </a:p>
        </p:txBody>
      </p:sp>
      <p:sp>
        <p:nvSpPr>
          <p:cNvPr id="20" name="spec-4">
            <a:extLst xmlns:a="http://schemas.openxmlformats.org/drawingml/2006/main">
              <a:ext uri="{FF2B5EF4-FFF2-40B4-BE49-F238E27FC236}">
                <a16:creationId xmlns:a16="http://schemas.microsoft.com/office/drawing/2014/main" id="{1698CB19-AD04-4C4A-89B1-62C5C26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80×80mm</a:t>
            </a:r>
          </a:p>
        </p:txBody>
      </p:sp>
      <p:sp>
        <p:nvSpPr>
          <p:cNvPr id="21" name="price-4">
            <a:extLst xmlns:a="http://schemas.openxmlformats.org/drawingml/2006/main">
              <a:ext uri="{FF2B5EF4-FFF2-40B4-BE49-F238E27FC236}">
                <a16:creationId xmlns:a16="http://schemas.microsoft.com/office/drawing/2014/main" id="{CC33FF07-F4A7-4307-BA12-C19FBD9D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14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¥2.50</a:t>
            </a:r>
          </a:p>
        </p:txBody>
      </p:sp>
      <p:sp>
        <p:nvSpPr>
          <p:cNvPr id="22" name="code-5">
            <a:extLst xmlns:a="http://schemas.openxmlformats.org/drawingml/2006/main">
              <a:ext uri="{FF2B5EF4-FFF2-40B4-BE49-F238E27FC236}">
                <a16:creationId xmlns:a16="http://schemas.microsoft.com/office/drawing/2014/main" id="{0065E726-F930-41CB-904A-FCD0DD4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57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TC-002</a:t>
            </a:r>
          </a:p>
        </p:txBody>
      </p:sp>
      <p:sp>
        <p:nvSpPr>
          <p:cNvPr id="23" name="name-5">
            <a:extLst xmlns:a="http://schemas.openxmlformats.org/drawingml/2006/main">
              <a:ext uri="{FF2B5EF4-FFF2-40B4-BE49-F238E27FC236}">
                <a16:creationId xmlns:a16="http://schemas.microsoft.com/office/drawing/2014/main" id="{E6E48AFC-4B84-47D1-B6CE-112CA104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576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釉面圆形杯垫</a:t>
            </a:r>
          </a:p>
        </p:txBody>
      </p:sp>
      <p:sp>
        <p:nvSpPr>
          <p:cNvPr id="24" name="spec-5">
            <a:extLst xmlns:a="http://schemas.openxmlformats.org/drawingml/2006/main">
              <a:ext uri="{FF2B5EF4-FFF2-40B4-BE49-F238E27FC236}">
                <a16:creationId xmlns:a16="http://schemas.microsoft.com/office/drawing/2014/main" id="{3108F798-E1E3-4744-9B32-D003D8CC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24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直径 95mm</a:t>
            </a:r>
          </a:p>
        </p:txBody>
      </p:sp>
      <p:sp>
        <p:nvSpPr>
          <p:cNvPr id="25" name="price-5">
            <a:extLst xmlns:a="http://schemas.openxmlformats.org/drawingml/2006/main">
              <a:ext uri="{FF2B5EF4-FFF2-40B4-BE49-F238E27FC236}">
                <a16:creationId xmlns:a16="http://schemas.microsoft.com/office/drawing/2014/main" id="{0C7C0A2B-889C-487A-8232-FF0ECC09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14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待议</a:t>
            </a:r>
          </a:p>
        </p:txBody>
      </p:sp>
      <p:sp>
        <p:nvSpPr>
          <p:cNvPr id="26" name="code-6">
            <a:extLst xmlns:a="http://schemas.openxmlformats.org/drawingml/2006/main">
              <a:ext uri="{FF2B5EF4-FFF2-40B4-BE49-F238E27FC236}">
                <a16:creationId xmlns:a16="http://schemas.microsoft.com/office/drawing/2014/main" id="{AA179341-E686-4CB4-A6F0-C0F60EDB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HW-003</a:t>
            </a:r>
          </a:p>
        </p:txBody>
      </p:sp>
      <p:sp>
        <p:nvSpPr>
          <p:cNvPr id="27" name="name-6">
            <a:extLst xmlns:a="http://schemas.openxmlformats.org/drawingml/2006/main">
              <a:ext uri="{FF2B5EF4-FFF2-40B4-BE49-F238E27FC236}">
                <a16:creationId xmlns:a16="http://schemas.microsoft.com/office/drawing/2014/main" id="{EEC2E034-1115-445B-8741-33808BD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铝合金把手</a:t>
            </a:r>
          </a:p>
        </p:txBody>
      </p:sp>
      <p:sp>
        <p:nvSpPr>
          <p:cNvPr id="28" name="spec-6">
            <a:extLst xmlns:a="http://schemas.openxmlformats.org/drawingml/2006/main">
              <a:ext uri="{FF2B5EF4-FFF2-40B4-BE49-F238E27FC236}">
                <a16:creationId xmlns:a16="http://schemas.microsoft.com/office/drawing/2014/main" id="{44EED695-BB93-4FED-BBE5-1502DC1A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96 孔距</a:t>
            </a:r>
          </a:p>
        </p:txBody>
      </p:sp>
      <p:sp>
        <p:nvSpPr>
          <p:cNvPr id="29" name="price-6">
            <a:extLst xmlns:a="http://schemas.openxmlformats.org/drawingml/2006/main">
              <a:ext uri="{FF2B5EF4-FFF2-40B4-BE49-F238E27FC236}">
                <a16:creationId xmlns:a16="http://schemas.microsoft.com/office/drawing/2014/main" id="{8F939C08-B4DA-45A2-858E-EFCDB911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¥4.20</a:t>
            </a:r>
          </a:p>
        </p:txBody>
      </p:sp>
      <p:sp>
        <p:nvSpPr>
          <p:cNvPr id="30" name="code-7">
            <a:extLst xmlns:a="http://schemas.openxmlformats.org/drawingml/2006/main">
              <a:ext uri="{FF2B5EF4-FFF2-40B4-BE49-F238E27FC236}">
                <a16:creationId xmlns:a16="http://schemas.microsoft.com/office/drawing/2014/main" id="{29FE2D95-2D5D-406D-ADE4-D13DCA4C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BZ-003</a:t>
            </a:r>
          </a:p>
        </p:txBody>
      </p:sp>
      <p:sp>
        <p:nvSpPr>
          <p:cNvPr id="31" name="name-7">
            <a:extLst xmlns:a="http://schemas.openxmlformats.org/drawingml/2006/main">
              <a:ext uri="{FF2B5EF4-FFF2-40B4-BE49-F238E27FC236}">
                <a16:creationId xmlns:a16="http://schemas.microsoft.com/office/drawing/2014/main" id="{A7385991-3F6B-4FDA-805B-61FADAF6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576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白色珍珠棉内衬</a:t>
            </a:r>
          </a:p>
        </p:txBody>
      </p:sp>
      <p:sp>
        <p:nvSpPr>
          <p:cNvPr id="32" name="spec-7">
            <a:extLst xmlns:a="http://schemas.openxmlformats.org/drawingml/2006/main">
              <a:ext uri="{FF2B5EF4-FFF2-40B4-BE49-F238E27FC236}">
                <a16:creationId xmlns:a16="http://schemas.microsoft.com/office/drawing/2014/main" id="{1D16FF10-2A30-4F07-9B12-4533624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24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20mm</a:t>
            </a:r>
          </a:p>
        </p:txBody>
      </p:sp>
      <p:sp>
        <p:nvSpPr>
          <p:cNvPr id="33" name="price-7">
            <a:extLst xmlns:a="http://schemas.openxmlformats.org/drawingml/2006/main">
              <a:ext uri="{FF2B5EF4-FFF2-40B4-BE49-F238E27FC236}">
                <a16:creationId xmlns:a16="http://schemas.microsoft.com/office/drawing/2014/main" id="{F759907A-1856-45FA-897E-D023F6E9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14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¥0.85</a:t>
            </a:r>
          </a:p>
        </p:txBody>
      </p:sp>
      <p:sp>
        <p:nvSpPr>
          <p:cNvPr id="34" name="footer-4">
            <a:extLst xmlns:a="http://schemas.openxmlformats.org/drawingml/2006/main">
              <a:ext uri="{FF2B5EF4-FFF2-40B4-BE49-F238E27FC236}">
                <a16:creationId xmlns:a16="http://schemas.microsoft.com/office/drawing/2014/main" id="{2D6A213A-A03A-4687-A206-A3875A50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7511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59ED975-0AAD-483B-8AC0-1CCBD33A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企业拿到的是一套能长期使用的产品展示方式</a:t>
            </a:r>
          </a:p>
        </p:txBody>
      </p:sp>
      <p:sp>
        <p:nvSpPr>
          <p:cNvPr id="2" name="left-head">
            <a:extLst xmlns:a="http://schemas.openxmlformats.org/drawingml/2006/main">
              <a:ext uri="{FF2B5EF4-FFF2-40B4-BE49-F238E27FC236}">
                <a16:creationId xmlns:a16="http://schemas.microsoft.com/office/drawing/2014/main" id="{92D85E6D-2112-4BD5-8591-2837F13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客户看到的</a:t>
            </a:r>
          </a:p>
        </p:txBody>
      </p:sp>
      <p:sp>
        <p:nvSpPr>
          <p:cNvPr id="3" name="left-body">
            <a:extLst xmlns:a="http://schemas.openxmlformats.org/drawingml/2006/main">
              <a:ext uri="{FF2B5EF4-FFF2-40B4-BE49-F238E27FC236}">
                <a16:creationId xmlns:a16="http://schemas.microsoft.com/office/drawing/2014/main" id="{91C82647-892A-49D4-B924-25631A45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手机端双列产品册</a:t>
            </a:r>
          </a:p>
          <a:p xmlns:a="http://schemas.openxmlformats.org/drawingml/2006/main">
            <a:pPr algn="l">
              <a:def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分类筛选与关键词搜索</a:t>
            </a:r>
          </a:p>
          <a:p xmlns:a="http://schemas.openxmlformats.org/drawingml/2006/main">
            <a:pPr algn="l">
              <a:def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产品图片、规格、价格与详情</a:t>
            </a:r>
          </a:p>
          <a:p xmlns:a="http://schemas.openxmlformats.org/drawingml/2006/main">
            <a:pPr algn="l">
              <a:def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企业主动公开的联系电话</a:t>
            </a:r>
          </a:p>
        </p:txBody>
      </p:sp>
      <p:sp>
        <p:nvSpPr>
          <p:cNvPr id="4" name="right-head">
            <a:extLst xmlns:a="http://schemas.openxmlformats.org/drawingml/2006/main">
              <a:ext uri="{FF2B5EF4-FFF2-40B4-BE49-F238E27FC236}">
                <a16:creationId xmlns:a16="http://schemas.microsoft.com/office/drawing/2014/main" id="{10069A0B-EBC9-4B15-B5A1-9CEC34ED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企业维护的</a:t>
            </a:r>
          </a:p>
        </p:txBody>
      </p:sp>
      <p:sp>
        <p:nvSpPr>
          <p:cNvPr id="5" name="right-body">
            <a:extLst xmlns:a="http://schemas.openxmlformats.org/drawingml/2006/main">
              <a:ext uri="{FF2B5EF4-FFF2-40B4-BE49-F238E27FC236}">
                <a16:creationId xmlns:a16="http://schemas.microsoft.com/office/drawing/2014/main" id="{BF1266EA-6165-47CE-B8A0-AAC3A20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产品分类与编号</a:t>
            </a:r>
          </a:p>
          <a:p xmlns:a="http://schemas.openxmlformats.org/drawingml/2006/main">
            <a:pPr algn="l">
              <a:def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产品图片与资料更新</a:t>
            </a:r>
          </a:p>
          <a:p xmlns:a="http://schemas.openxmlformats.org/drawingml/2006/main">
            <a:pPr algn="l">
              <a:def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公开联系方式</a:t>
            </a:r>
          </a:p>
          <a:p xmlns:a="http://schemas.openxmlformats.org/drawingml/2006/main">
            <a:pPr algn="l">
              <a:def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临时报价单导出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876C1-A406-4B24-BC50-F2993480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bottom">
            <a:extLst xmlns:a="http://schemas.openxmlformats.org/drawingml/2006/main">
              <a:ext uri="{FF2B5EF4-FFF2-40B4-BE49-F238E27FC236}">
                <a16:creationId xmlns:a16="http://schemas.microsoft.com/office/drawing/2014/main" id="{8818C2D5-9766-4733-B8EB-A73062E8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核心价值：把散落在微信、相册和表格里的产品资料，整理成企业自己的公开产品册。</a:t>
            </a:r>
          </a:p>
        </p:txBody>
      </p:sp>
      <p:sp>
        <p:nvSpPr>
          <p:cNvPr id="8" name="footer-5">
            <a:extLst xmlns:a="http://schemas.openxmlformats.org/drawingml/2006/main">
              <a:ext uri="{FF2B5EF4-FFF2-40B4-BE49-F238E27FC236}">
                <a16:creationId xmlns:a16="http://schemas.microsoft.com/office/drawing/2014/main" id="{2C57C0C6-312A-4341-B82F-2B81B82E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1216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4404650-2540-4BFD-87A2-B077CFCB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现场演示时，沿着客户最关心的 4 个动作讲</a:t>
            </a:r>
          </a:p>
        </p:txBody>
      </p:sp>
      <p:sp>
        <p:nvSpPr>
          <p:cNvPr id="2" name="snum-0">
            <a:extLst xmlns:a="http://schemas.openxmlformats.org/drawingml/2006/main">
              <a:ext uri="{FF2B5EF4-FFF2-40B4-BE49-F238E27FC236}">
                <a16:creationId xmlns:a16="http://schemas.microsoft.com/office/drawing/2014/main" id="{FBED374F-F649-45CE-9FF3-B6B1B478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shead-0">
            <a:extLst xmlns:a="http://schemas.openxmlformats.org/drawingml/2006/main">
              <a:ext uri="{FF2B5EF4-FFF2-40B4-BE49-F238E27FC236}">
                <a16:creationId xmlns:a16="http://schemas.microsoft.com/office/drawing/2014/main" id="{0BC21BC7-1150-4D4C-BDF0-442341E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</a:t>
            </a:r>
          </a:p>
        </p:txBody>
      </p:sp>
      <p:sp>
        <p:nvSpPr>
          <p:cNvPr id="4" name="sbody-0">
            <a:extLst xmlns:a="http://schemas.openxmlformats.org/drawingml/2006/main">
              <a:ext uri="{FF2B5EF4-FFF2-40B4-BE49-F238E27FC236}">
                <a16:creationId xmlns:a16="http://schemas.microsoft.com/office/drawing/2014/main" id="{16E2ED92-EA22-4D99-9627-5187237C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335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手机扫码或点击链接，进入企业产品册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DCBEA-FA7F-4DB1-843D-D4651990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snum-1">
            <a:extLst xmlns:a="http://schemas.openxmlformats.org/drawingml/2006/main">
              <a:ext uri="{FF2B5EF4-FFF2-40B4-BE49-F238E27FC236}">
                <a16:creationId xmlns:a16="http://schemas.microsoft.com/office/drawing/2014/main" id="{552C0B0A-D379-42F4-85EB-E85FCA9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shead-1">
            <a:extLst xmlns:a="http://schemas.openxmlformats.org/drawingml/2006/main">
              <a:ext uri="{FF2B5EF4-FFF2-40B4-BE49-F238E27FC236}">
                <a16:creationId xmlns:a16="http://schemas.microsoft.com/office/drawing/2014/main" id="{F24E6805-0B4E-44AB-BF6D-5038C4C7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查找</a:t>
            </a:r>
          </a:p>
        </p:txBody>
      </p:sp>
      <p:sp>
        <p:nvSpPr>
          <p:cNvPr id="8" name="sbody-1">
            <a:extLst xmlns:a="http://schemas.openxmlformats.org/drawingml/2006/main">
              <a:ext uri="{FF2B5EF4-FFF2-40B4-BE49-F238E27FC236}">
                <a16:creationId xmlns:a16="http://schemas.microsoft.com/office/drawing/2014/main" id="{AA6282DF-D467-4038-8C2A-2775CF9A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按分类筛选，或输入编号和名称搜索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A1F13-B802-4A3D-9CFA-05564ED6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num-2">
            <a:extLst xmlns:a="http://schemas.openxmlformats.org/drawingml/2006/main">
              <a:ext uri="{FF2B5EF4-FFF2-40B4-BE49-F238E27FC236}">
                <a16:creationId xmlns:a16="http://schemas.microsoft.com/office/drawing/2014/main" id="{FF0BC167-2460-4E4C-B487-C2CDCA71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head-2">
            <a:extLst xmlns:a="http://schemas.openxmlformats.org/drawingml/2006/main">
              <a:ext uri="{FF2B5EF4-FFF2-40B4-BE49-F238E27FC236}">
                <a16:creationId xmlns:a16="http://schemas.microsoft.com/office/drawing/2014/main" id="{C2B1A2A5-674E-48AB-95DF-5AEF9D5E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了解</a:t>
            </a:r>
          </a:p>
        </p:txBody>
      </p:sp>
      <p:sp>
        <p:nvSpPr>
          <p:cNvPr id="12" name="sbody-2">
            <a:extLst xmlns:a="http://schemas.openxmlformats.org/drawingml/2006/main">
              <a:ext uri="{FF2B5EF4-FFF2-40B4-BE49-F238E27FC236}">
                <a16:creationId xmlns:a16="http://schemas.microsoft.com/office/drawing/2014/main" id="{1D591DA9-867D-4A72-A5F7-07367E47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查看图片、规格、价格和产品详情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FBABD-8E6D-466C-9CDE-BCF4BCC9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num-3">
            <a:extLst xmlns:a="http://schemas.openxmlformats.org/drawingml/2006/main">
              <a:ext uri="{FF2B5EF4-FFF2-40B4-BE49-F238E27FC236}">
                <a16:creationId xmlns:a16="http://schemas.microsoft.com/office/drawing/2014/main" id="{D7A165E7-83D4-48AD-9875-40156106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shead-3">
            <a:extLst xmlns:a="http://schemas.openxmlformats.org/drawingml/2006/main">
              <a:ext uri="{FF2B5EF4-FFF2-40B4-BE49-F238E27FC236}">
                <a16:creationId xmlns:a16="http://schemas.microsoft.com/office/drawing/2014/main" id="{CE58108A-41AA-46F3-B1F0-A863507F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联系</a:t>
            </a:r>
          </a:p>
        </p:txBody>
      </p:sp>
      <p:sp>
        <p:nvSpPr>
          <p:cNvPr id="16" name="sbody-3">
            <a:extLst xmlns:a="http://schemas.openxmlformats.org/drawingml/2006/main">
              <a:ext uri="{FF2B5EF4-FFF2-40B4-BE49-F238E27FC236}">
                <a16:creationId xmlns:a16="http://schemas.microsoft.com/office/drawing/2014/main" id="{3AE6FC99-359F-4077-B376-BAAEE4D7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053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直接拨打企业公开的联系电话</a:t>
            </a:r>
          </a:p>
        </p:txBody>
      </p:sp>
      <p:sp>
        <p:nvSpPr>
          <p:cNvPr id="17" name="footer-6">
            <a:extLst xmlns:a="http://schemas.openxmlformats.org/drawingml/2006/main">
              <a:ext uri="{FF2B5EF4-FFF2-40B4-BE49-F238E27FC236}">
                <a16:creationId xmlns:a16="http://schemas.microsoft.com/office/drawing/2014/main" id="{D080ECBF-5021-4305-A1A4-A28AE84C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991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C912F76-D8F8-464D-9E00-1F051584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87BCB2-A10E-4B70-A562-CE20959E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42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用客户自己的产品，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现场搭一版专属产品册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60321BA-3FD8-4D03-9500-F2736799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686D"/>
                </a:solidFill>
                <a:latin typeface="Microsoft YaHei"/>
                <a:ea typeface="Microsoft YaHei"/>
                <a:cs typeface="Microsoft YaHei"/>
              </a:rPr>
              <a:t>准备 10–20 张产品图、产品名称与规格，即可开始。</a:t>
            </a:r>
          </a:p>
        </p:txBody>
      </p:sp>
    </p:spTree>
    <p:extLst>
      <p:ext uri="{BB962C8B-B14F-4D97-AF65-F5344CB8AC3E}">
        <p14:creationId xmlns:p14="http://schemas.microsoft.com/office/powerpoint/2010/main" val="1109226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2026-07-13T03:22:40.5280000Z</dcterms:created>
  <dcterms:modified xsi:type="dcterms:W3CDTF">2026-07-13T03:22:40.5280000Z</dcterms:modified>
</coreProperties>
</file>