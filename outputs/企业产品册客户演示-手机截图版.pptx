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930022824e4945" /><Relationship Type="http://schemas.openxmlformats.org/officeDocument/2006/relationships/extended-properties" Target="/docProps/app.xml" Id="Ra9cd4edbf96a4dca" /><Relationship Type="http://schemas.openxmlformats.org/officeDocument/2006/relationships/officeDocument" Target="/ppt/presentation.xml" Id="R82e848d166834d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1c18fe80a64da8"/>
  </p:sldMasterIdLst>
  <p:notesMasterIdLst>
    <p:notesMasterId xmlns:r="http://schemas.openxmlformats.org/officeDocument/2006/relationships" r:id="Ra2f49e0b5ee7447d"/>
  </p:notesMasterIdLst>
  <p:sldIdLst>
    <p:sldId xmlns:r="http://schemas.openxmlformats.org/officeDocument/2006/relationships" id="256" r:id="Ra034732925cf4b27"/>
    <p:sldId xmlns:r="http://schemas.openxmlformats.org/officeDocument/2006/relationships" id="257" r:id="Rf0fe2924b0ac4685"/>
    <p:sldId xmlns:r="http://schemas.openxmlformats.org/officeDocument/2006/relationships" id="258" r:id="R5f5a786090364117"/>
    <p:sldId xmlns:r="http://schemas.openxmlformats.org/officeDocument/2006/relationships" id="259" r:id="R884d1c04e7664e0e"/>
    <p:sldId xmlns:r="http://schemas.openxmlformats.org/officeDocument/2006/relationships" id="260" r:id="R6636b3a42eb14bc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4dd7b86c404f76" /><Relationship Type="http://schemas.openxmlformats.org/officeDocument/2006/relationships/slideMaster" Target="/ppt/slideMasters/slideMaster1.xml" Id="R681c18fe80a64da8" /><Relationship Type="http://schemas.openxmlformats.org/officeDocument/2006/relationships/notesMaster" Target="/ppt/notesMasters/notesMaster1.xml" Id="Ra2f49e0b5ee7447d" /><Relationship Type="http://schemas.openxmlformats.org/officeDocument/2006/relationships/presProps" Target="/ppt/presProps.xml" Id="R0e05f57fb9d646ba" /><Relationship Type="http://schemas.openxmlformats.org/officeDocument/2006/relationships/tableStyles" Target="/ppt/tableStyles.xml" Id="Rfcefe5c6a8184835" /><Relationship Type="http://schemas.openxmlformats.org/officeDocument/2006/relationships/slide" Target="/ppt/slides/slide1.xml" Id="Ra034732925cf4b27" /><Relationship Type="http://schemas.openxmlformats.org/officeDocument/2006/relationships/slide" Target="/ppt/slides/slide2.xml" Id="Rf0fe2924b0ac4685" /><Relationship Type="http://schemas.openxmlformats.org/officeDocument/2006/relationships/slide" Target="/ppt/slides/slide3.xml" Id="R5f5a786090364117" /><Relationship Type="http://schemas.openxmlformats.org/officeDocument/2006/relationships/slide" Target="/ppt/slides/slide4.xml" Id="R884d1c04e7664e0e" /><Relationship Type="http://schemas.openxmlformats.org/officeDocument/2006/relationships/slide" Target="/ppt/slides/slide5.xml" Id="R6636b3a42eb14b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1eef2749dc46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cc3dd37b064f7f" /><Relationship Type="http://schemas.openxmlformats.org/officeDocument/2006/relationships/notesMaster" Target="/ppt/notesMasters/notesMaster1.xml" Id="R0b4be99c66764a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2e99495f0a4511" /><Relationship Type="http://schemas.openxmlformats.org/officeDocument/2006/relationships/notesMaster" Target="/ppt/notesMasters/notesMaster1.xml" Id="R3f5bc9a1383043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ef161be439464f" /><Relationship Type="http://schemas.openxmlformats.org/officeDocument/2006/relationships/notesMaster" Target="/ppt/notesMasters/notesMaster1.xml" Id="R8c12427aa4fd43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70f635cc954d6d" /><Relationship Type="http://schemas.openxmlformats.org/officeDocument/2006/relationships/notesMaster" Target="/ppt/notesMasters/notesMaster1.xml" Id="R8f4519afd2d346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c9020a54c0443a" /><Relationship Type="http://schemas.openxmlformats.org/officeDocument/2006/relationships/notesMaster" Target="/ppt/notesMasters/notesMaster1.xml" Id="R9a8358b40e6c4a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2c054dfdf04a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5c6ea0e3e449b4" /><Relationship Type="http://schemas.openxmlformats.org/officeDocument/2006/relationships/slideLayout" Target="/ppt/slideLayouts/slideLayout1.xml" Id="R0239a4d44f244b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39a4d44f244b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a6c4f576a4560" /><Relationship Type="http://schemas.openxmlformats.org/officeDocument/2006/relationships/image" Target="/ppt/media/image.jpeg" Id="R0141c83b572644f5" /><Relationship Type="http://schemas.openxmlformats.org/officeDocument/2006/relationships/notesSlide" Target="/ppt/notesSlides/notesSlide1.xml" Id="R788e461fbaf042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b29758c2044c0" /><Relationship Type="http://schemas.openxmlformats.org/officeDocument/2006/relationships/image" Target="/ppt/media/image2.jpeg" Id="R472f2f86577e40cb" /><Relationship Type="http://schemas.openxmlformats.org/officeDocument/2006/relationships/notesSlide" Target="/ppt/notesSlides/notesSlide2.xml" Id="Re234248976904d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3c26fa0a44035" /><Relationship Type="http://schemas.openxmlformats.org/officeDocument/2006/relationships/image" Target="/ppt/media/image3.jpeg" Id="R2b9c6a29b38944f3" /><Relationship Type="http://schemas.openxmlformats.org/officeDocument/2006/relationships/notesSlide" Target="/ppt/notesSlides/notesSlide3.xml" Id="R3a07e73c825b41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a407ead2742d4" /><Relationship Type="http://schemas.openxmlformats.org/officeDocument/2006/relationships/notesSlide" Target="/ppt/notesSlides/notesSlide4.xml" Id="R7d42d038d48f45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1f0cba6984933" /><Relationship Type="http://schemas.openxmlformats.org/officeDocument/2006/relationships/notesSlide" Target="/ppt/notesSlides/notesSlide5.xml" Id="R384643b4a15b46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F96748-AEDF-4AFD-8746-5FFA2DA6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3850"/>
            <a:ext cx="3067050" cy="6191250"/>
          </a:xfrm>
          <a:prstGeom xmlns:a="http://schemas.openxmlformats.org/drawingml/2006/main" prst="roundRect">
            <a:avLst>
              <a:gd name="adj" fmla="val 55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1c83b572644f5"/>
          <a:srcRect xmlns:a="http://schemas.openxmlformats.org/drawingml/2006/main" l="0" t="1936" r="0" b="19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1550" y="409575"/>
            <a:ext cx="2895600" cy="6019800"/>
          </a:xfrm>
          <a:prstGeom xmlns:a="http://schemas.openxmlformats.org/drawingml/2006/main" prst="roundRect">
            <a:avLst>
              <a:gd name="adj" fmla="val 4276"/>
            </a:avLst>
          </a:prstGeom>
        </p:spPr>
      </p:pic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8E1C590E-885E-4D66-9CA8-848C26AE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1E8433-41FF-4E56-AABC-EC18194A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478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4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4211C"/>
                </a:solidFill>
                <a:latin typeface="Microsoft YaHei"/>
                <a:ea typeface="Microsoft YaHei"/>
                <a:cs typeface="Microsoft YaHei"/>
              </a:rPr>
              <a:t>后台管理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2A870-04D2-43D8-9C43-6A3CF52A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9085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transition">
            <a:extLst xmlns:a="http://schemas.openxmlformats.org/drawingml/2006/main">
              <a:ext uri="{FF2B5EF4-FFF2-40B4-BE49-F238E27FC236}">
                <a16:creationId xmlns:a16="http://schemas.microsoft.com/office/drawing/2014/main" id="{930EF5D2-75AC-4B6C-9E18-89267216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00425"/>
            <a:ext cx="561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先整理企业账号、开通状态和产品资料。</a:t>
            </a:r>
          </a:p>
        </p:txBody>
      </p:sp>
      <p:sp>
        <p:nvSpPr>
          <p:cNvPr id="7" name="page-1">
            <a:extLst xmlns:a="http://schemas.openxmlformats.org/drawingml/2006/main">
              <a:ext uri="{FF2B5EF4-FFF2-40B4-BE49-F238E27FC236}">
                <a16:creationId xmlns:a16="http://schemas.microsoft.com/office/drawing/2014/main" id="{E883A8F2-55CD-40AB-A61D-BF82085C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96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20017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EF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1C6263-79DA-4A39-ADA1-F8442EB9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3850"/>
            <a:ext cx="3067050" cy="6191250"/>
          </a:xfrm>
          <a:prstGeom xmlns:a="http://schemas.openxmlformats.org/drawingml/2006/main" prst="roundRect">
            <a:avLst>
              <a:gd name="adj" fmla="val 55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f2f86577e40cb"/>
          <a:srcRect xmlns:a="http://schemas.openxmlformats.org/drawingml/2006/main" l="0" t="1936" r="0" b="19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409575"/>
            <a:ext cx="2895600" cy="6019800"/>
          </a:xfrm>
          <a:prstGeom xmlns:a="http://schemas.openxmlformats.org/drawingml/2006/main" prst="roundRect">
            <a:avLst>
              <a:gd name="adj" fmla="val 4276"/>
            </a:avLst>
          </a:prstGeom>
        </p:spPr>
      </p:pic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8E7C3E9D-03A3-467B-8BBB-7ECA75F4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2870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3598E5B-CC66-4FAE-A29B-91640FDB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478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4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4211C"/>
                </a:solidFill>
                <a:latin typeface="Microsoft YaHei"/>
                <a:ea typeface="Microsoft YaHei"/>
                <a:cs typeface="Microsoft YaHei"/>
              </a:rPr>
              <a:t>浏览页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3D7D8-9F9D-4845-B4B0-C3F56EF9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transition">
            <a:extLst xmlns:a="http://schemas.openxmlformats.org/drawingml/2006/main">
              <a:ext uri="{FF2B5EF4-FFF2-40B4-BE49-F238E27FC236}">
                <a16:creationId xmlns:a16="http://schemas.microsoft.com/office/drawing/2014/main" id="{B3EC0C1E-9DC5-43E2-BCE4-EC4ECAAE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571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再把产品册链接分享给客户查看。</a:t>
            </a:r>
          </a:p>
        </p:txBody>
      </p:sp>
      <p:sp>
        <p:nvSpPr>
          <p:cNvPr id="7" name="page-2">
            <a:extLst xmlns:a="http://schemas.openxmlformats.org/drawingml/2006/main">
              <a:ext uri="{FF2B5EF4-FFF2-40B4-BE49-F238E27FC236}">
                <a16:creationId xmlns:a16="http://schemas.microsoft.com/office/drawing/2014/main" id="{A4484D0E-0B6D-4A18-92C5-AF9F67B3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96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796141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B5C5B3-B498-44CE-A8EF-019A0313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3850"/>
            <a:ext cx="3067050" cy="6191250"/>
          </a:xfrm>
          <a:prstGeom xmlns:a="http://schemas.openxmlformats.org/drawingml/2006/main" prst="roundRect">
            <a:avLst>
              <a:gd name="adj" fmla="val 55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c6a29b38944f3"/>
          <a:srcRect xmlns:a="http://schemas.openxmlformats.org/drawingml/2006/main" l="0" t="1936" r="0" b="19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1550" y="409575"/>
            <a:ext cx="2895600" cy="6019800"/>
          </a:xfrm>
          <a:prstGeom xmlns:a="http://schemas.openxmlformats.org/drawingml/2006/main" prst="roundRect">
            <a:avLst>
              <a:gd name="adj" fmla="val 4276"/>
            </a:avLst>
          </a:prstGeom>
        </p:spPr>
      </p:pic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C6128AE3-0E8A-4B67-AA1D-5853C23D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8B87D78-2038-4B3D-9995-F8A259C8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47850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4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4211C"/>
                </a:solidFill>
                <a:latin typeface="Microsoft YaHei"/>
                <a:ea typeface="Microsoft YaHei"/>
                <a:cs typeface="Microsoft YaHei"/>
              </a:rPr>
              <a:t>生成报价单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A7AE5-88B0-4642-B029-4A4F0D64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9085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transition">
            <a:extLst xmlns:a="http://schemas.openxmlformats.org/drawingml/2006/main">
              <a:ext uri="{FF2B5EF4-FFF2-40B4-BE49-F238E27FC236}">
                <a16:creationId xmlns:a16="http://schemas.microsoft.com/office/drawing/2014/main" id="{743D49AF-A1AF-48E1-8FDA-C894D579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00425"/>
            <a:ext cx="571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选中产品后，填写数量和单价，下载报价单图片。</a:t>
            </a:r>
          </a:p>
        </p:txBody>
      </p:sp>
      <p:sp>
        <p:nvSpPr>
          <p:cNvPr id="7" name="page-3">
            <a:extLst xmlns:a="http://schemas.openxmlformats.org/drawingml/2006/main">
              <a:ext uri="{FF2B5EF4-FFF2-40B4-BE49-F238E27FC236}">
                <a16:creationId xmlns:a16="http://schemas.microsoft.com/office/drawing/2014/main" id="{75E46EC6-4DC6-42A5-88D2-BD023C4D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96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625201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3C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A13D355-8EA1-488E-AD1B-58C1CE95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8D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8D5C8"/>
                </a:solidFill>
                <a:latin typeface="Microsoft YaHei"/>
                <a:ea typeface="Microsoft YaHei"/>
                <a:cs typeface="Microsoft YaHei"/>
              </a:rPr>
              <a:t>二维码宣传</a:t>
            </a:r>
          </a:p>
        </p:txBody>
      </p:sp>
      <p:sp>
        <p:nvSpPr>
          <p:cNvPr id="2" name="line1">
            <a:extLst xmlns:a="http://schemas.openxmlformats.org/drawingml/2006/main">
              <a:ext uri="{FF2B5EF4-FFF2-40B4-BE49-F238E27FC236}">
                <a16:creationId xmlns:a16="http://schemas.microsoft.com/office/drawing/2014/main" id="{693D2484-DFD7-4AA5-9874-87AB4CA7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免费生成二维码，打印下来后在</a:t>
            </a:r>
          </a:p>
        </p:txBody>
      </p:sp>
      <p:sp>
        <p:nvSpPr>
          <p:cNvPr id="3" name="emphasis">
            <a:extLst xmlns:a="http://schemas.openxmlformats.org/drawingml/2006/main">
              <a:ext uri="{FF2B5EF4-FFF2-40B4-BE49-F238E27FC236}">
                <a16:creationId xmlns:a16="http://schemas.microsoft.com/office/drawing/2014/main" id="{9FD65DF2-300F-4749-9729-23A9C15D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038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展会 / 朋友圈</a:t>
            </a:r>
          </a:p>
        </p:txBody>
      </p:sp>
      <p:sp>
        <p:nvSpPr>
          <p:cNvPr id="4" name="line2">
            <a:extLst xmlns:a="http://schemas.openxmlformats.org/drawingml/2006/main">
              <a:ext uri="{FF2B5EF4-FFF2-40B4-BE49-F238E27FC236}">
                <a16:creationId xmlns:a16="http://schemas.microsoft.com/office/drawing/2014/main" id="{3927BA19-42E1-4788-A6CA-8E23EACF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宣传有很好效果。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FEF24-04BD-4BE7-AE22-47B3098B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8640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46A"/>
          </a:solidFill>
          <a:ln xmlns:a="http://schemas.openxmlformats.org/drawingml/2006/main" w="0">
            <a:solidFill>
              <a:srgbClr val="4E746A"/>
            </a:solidFill>
            <a:prstDash val="solid"/>
          </a:ln>
        </p:spPr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F5274F06-6CF2-4ED6-BB58-0F89C84C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96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D5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8D5C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868806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36BB4F19-E8F2-42A9-9734-4002B953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11C"/>
                </a:solidFill>
                <a:latin typeface="Microsoft YaHei"/>
                <a:ea typeface="Microsoft YaHei"/>
                <a:cs typeface="Microsoft YaHei"/>
              </a:rPr>
              <a:t>价格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C17E3-6EC3-4C18-8F0A-5C5E5F34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0"/>
          </a:solidFill>
          <a:ln xmlns:a="http://schemas.openxmlformats.org/drawingml/2006/main" w="0">
            <a:solidFill>
              <a:srgbClr val="CBD7D0"/>
            </a:solidFill>
            <a:prstDash val="solid"/>
          </a:ln>
        </p:spPr>
      </p:sp>
      <p:sp>
        <p:nvSpPr>
          <p:cNvPr id="3" name="label-0">
            <a:extLst xmlns:a="http://schemas.openxmlformats.org/drawingml/2006/main">
              <a:ext uri="{FF2B5EF4-FFF2-40B4-BE49-F238E27FC236}">
                <a16:creationId xmlns:a16="http://schemas.microsoft.com/office/drawing/2014/main" id="{CCE58E17-1E91-4AC6-BBCB-32064055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试用</a:t>
            </a:r>
          </a:p>
        </p:txBody>
      </p:sp>
      <p:sp>
        <p:nvSpPr>
          <p:cNvPr id="4" name="value-0">
            <a:extLst xmlns:a="http://schemas.openxmlformats.org/drawingml/2006/main">
              <a:ext uri="{FF2B5EF4-FFF2-40B4-BE49-F238E27FC236}">
                <a16:creationId xmlns:a16="http://schemas.microsoft.com/office/drawing/2014/main" id="{8CDE38B3-9767-4D9C-BA2B-BF2D5B77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4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4211C"/>
                </a:solidFill>
                <a:latin typeface="Microsoft YaHei"/>
                <a:ea typeface="Microsoft YaHei"/>
                <a:cs typeface="Microsoft YaHei"/>
              </a:rPr>
              <a:t>7 天</a:t>
            </a:r>
          </a:p>
        </p:txBody>
      </p:sp>
      <p:sp>
        <p:nvSpPr>
          <p:cNvPr id="5" name="note-0">
            <a:extLst xmlns:a="http://schemas.openxmlformats.org/drawingml/2006/main">
              <a:ext uri="{FF2B5EF4-FFF2-40B4-BE49-F238E27FC236}">
                <a16:creationId xmlns:a16="http://schemas.microsoft.com/office/drawing/2014/main" id="{D1287B6B-297A-4CE7-AB47-31CEB5B8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免费试用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E0F11-B5A1-4353-ACC0-B31612CE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9550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0"/>
          </a:solidFill>
          <a:ln xmlns:a="http://schemas.openxmlformats.org/drawingml/2006/main" w="0">
            <a:solidFill>
              <a:srgbClr val="CBD7D0"/>
            </a:solidFill>
            <a:prstDash val="solid"/>
          </a:ln>
        </p:spPr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97079455-0821-4DEF-A9B3-E9976D14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098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月租</a:t>
            </a:r>
          </a:p>
        </p:txBody>
      </p:sp>
      <p:sp>
        <p:nvSpPr>
          <p:cNvPr id="8" name="value-1">
            <a:extLst xmlns:a="http://schemas.openxmlformats.org/drawingml/2006/main">
              <a:ext uri="{FF2B5EF4-FFF2-40B4-BE49-F238E27FC236}">
                <a16:creationId xmlns:a16="http://schemas.microsoft.com/office/drawing/2014/main" id="{DB004CAC-3D45-4E34-BB95-66AED414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5750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4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4211C"/>
                </a:solidFill>
                <a:latin typeface="Microsoft YaHei"/>
                <a:ea typeface="Microsoft YaHei"/>
                <a:cs typeface="Microsoft YaHei"/>
              </a:rPr>
              <a:t>19 元</a:t>
            </a:r>
          </a:p>
        </p:txBody>
      </p:sp>
      <p:sp>
        <p:nvSpPr>
          <p:cNvPr id="9" name="note-1">
            <a:extLst xmlns:a="http://schemas.openxmlformats.org/drawingml/2006/main">
              <a:ext uri="{FF2B5EF4-FFF2-40B4-BE49-F238E27FC236}">
                <a16:creationId xmlns:a16="http://schemas.microsoft.com/office/drawing/2014/main" id="{90CFF341-2212-4252-8541-9149CCDE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3860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每月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5D073-F314-46ED-9239-F88D3B60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09550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0"/>
          </a:solidFill>
          <a:ln xmlns:a="http://schemas.openxmlformats.org/drawingml/2006/main" w="0">
            <a:solidFill>
              <a:srgbClr val="CBD7D0"/>
            </a:solidFill>
            <a:prstDash val="solid"/>
          </a:ln>
        </p:spPr>
      </p:sp>
      <p:sp>
        <p:nvSpPr>
          <p:cNvPr id="11" name="label-2">
            <a:extLst xmlns:a="http://schemas.openxmlformats.org/drawingml/2006/main">
              <a:ext uri="{FF2B5EF4-FFF2-40B4-BE49-F238E27FC236}">
                <a16:creationId xmlns:a16="http://schemas.microsoft.com/office/drawing/2014/main" id="{DD30FA50-DD9D-4C63-AF0A-DFB16F27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098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年费</a:t>
            </a:r>
          </a:p>
        </p:txBody>
      </p:sp>
      <p:sp>
        <p:nvSpPr>
          <p:cNvPr id="12" name="value-2">
            <a:extLst xmlns:a="http://schemas.openxmlformats.org/drawingml/2006/main">
              <a:ext uri="{FF2B5EF4-FFF2-40B4-BE49-F238E27FC236}">
                <a16:creationId xmlns:a16="http://schemas.microsoft.com/office/drawing/2014/main" id="{00F5DB4B-579E-4243-AFBF-8B1BDA69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5750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4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4211C"/>
                </a:solidFill>
                <a:latin typeface="Microsoft YaHei"/>
                <a:ea typeface="Microsoft YaHei"/>
                <a:cs typeface="Microsoft YaHei"/>
              </a:rPr>
              <a:t>200 元</a:t>
            </a:r>
          </a:p>
        </p:txBody>
      </p:sp>
      <p:sp>
        <p:nvSpPr>
          <p:cNvPr id="13" name="note-2">
            <a:extLst xmlns:a="http://schemas.openxmlformats.org/drawingml/2006/main">
              <a:ext uri="{FF2B5EF4-FFF2-40B4-BE49-F238E27FC236}">
                <a16:creationId xmlns:a16="http://schemas.microsoft.com/office/drawing/2014/main" id="{7812CBD2-9EA2-4F4B-8D08-1A53DD6A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3860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每年</a:t>
            </a:r>
          </a:p>
        </p:txBody>
      </p:sp>
      <p:sp>
        <p:nvSpPr>
          <p:cNvPr id="14" name="summary">
            <a:extLst xmlns:a="http://schemas.openxmlformats.org/drawingml/2006/main">
              <a:ext uri="{FF2B5EF4-FFF2-40B4-BE49-F238E27FC236}">
                <a16:creationId xmlns:a16="http://schemas.microsoft.com/office/drawing/2014/main" id="{EE6E050B-2BE6-4A21-9D0E-8B88A751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435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211C"/>
                </a:solidFill>
                <a:latin typeface="Microsoft YaHei"/>
                <a:ea typeface="Microsoft YaHei"/>
                <a:cs typeface="Microsoft YaHei"/>
              </a:rPr>
              <a:t>7 天试用　｜　月租 19 元　｜　年费 200 元 / 年</a:t>
            </a:r>
          </a:p>
        </p:txBody>
      </p:sp>
      <p:sp>
        <p:nvSpPr>
          <p:cNvPr id="15" name="page-5">
            <a:extLst xmlns:a="http://schemas.openxmlformats.org/drawingml/2006/main">
              <a:ext uri="{FF2B5EF4-FFF2-40B4-BE49-F238E27FC236}">
                <a16:creationId xmlns:a16="http://schemas.microsoft.com/office/drawing/2014/main" id="{563FEAA7-0AFD-484D-A4EB-0CC0604C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960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353006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2026-07-13T03:50:22.1670000Z</dcterms:created>
  <dcterms:modified xsi:type="dcterms:W3CDTF">2026-07-13T03:50:22.1670000Z</dcterms:modified>
</coreProperties>
</file>